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Webhook Bridge  |  Tableau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9FF"/>
                </a:solidFill>
                <a:latin typeface="Calibri"/>
              </a:rPr>
              <a:t>Turn any Tableau dashboard into a trigger for operational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8E0"/>
                </a:solidFill>
                <a:latin typeface="Calibri"/>
              </a:rPr>
              <a:t>Salesforce 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70432"/>
            <a:ext cx="35204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50208" y="1170432"/>
            <a:ext cx="35204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44383" y="1170432"/>
            <a:ext cx="35204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170432"/>
            <a:ext cx="3520440" cy="34747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161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6459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32D60"/>
                </a:solidFill>
                <a:latin typeface="Calibri"/>
              </a:rPr>
              <a:t>Tableau shows the insight. Then what?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130552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Users copy data out manually to act on it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No native way to trigger external workflows from a mark selection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Tableau Flow actions only work for Salesforce — not Zapier, Make, Power Automate, n8n, MuleSoft, or custom endpoints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Every action requires leaving the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0208" y="1170432"/>
            <a:ext cx="3520440" cy="347472"/>
          </a:xfrm>
          <a:prstGeom prst="rect">
            <a:avLst/>
          </a:prstGeom>
          <a:solidFill>
            <a:srgbClr val="06A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9936" y="12161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16459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32D60"/>
                </a:solidFill>
                <a:latin typeface="Calibri"/>
              </a:rPr>
              <a:t>Select. Click.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2130552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Dashboard authors configure a webhook URL + field mappings — once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Viewers select marks and click a button; data POSTs as structured JSON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Works with any HTTP endpoint: Zapier, Make, Power Automate, n8n, MuleSoft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No backend, no code — deploys in 10 minutes via GitHub Pages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Config travels with the workbook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44383" y="1170432"/>
            <a:ext cx="3520440" cy="347472"/>
          </a:xfrm>
          <a:prstGeom prst="rect">
            <a:avLst/>
          </a:prstGeom>
          <a:solidFill>
            <a:srgbClr val="00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1" y="121615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16459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32D60"/>
                </a:solidFill>
                <a:latin typeface="Calibri"/>
              </a:rPr>
              <a:t>Every Tableau customer. Any automation stack.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4" y="2130552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Positions Tableau as a control surface for operations, not just analysis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Relevant to any account with an automation stack (virtually all enterprise)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Low barrier: free, no install, no admin approval required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Demo-ready: live webhook can be shown in 10 minutes with webhook.site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E3E3C"/>
                </a:solidFill>
                <a:latin typeface="Calibri"/>
              </a:rPr>
              <a:t>▸ Opens conversation about Tableau + MuleSoft / Flow / Agentforce integrations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26864"/>
            <a:ext cx="11676888" cy="292608"/>
          </a:xfrm>
          <a:prstGeom prst="rect">
            <a:avLst/>
          </a:prstGeom>
          <a:solidFill>
            <a:srgbClr val="D0D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672583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  <a:latin typeface="Calibri"/>
              </a:rPr>
              <a:t>HOW IT WORKS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4919472"/>
            <a:ext cx="2317089" cy="1143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5010912"/>
            <a:ext cx="21524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1  Add Extension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5266944"/>
            <a:ext cx="215249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8D4FF"/>
                </a:solidFill>
                <a:latin typeface="Calibri"/>
              </a:rPr>
              <a:t>Drag extension zone onto dashboard, load .trex manifest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1409" y="4919472"/>
            <a:ext cx="2317089" cy="1143000"/>
          </a:xfrm>
          <a:prstGeom prst="rect">
            <a:avLst/>
          </a:prstGeom>
          <a:solidFill>
            <a:srgbClr val="06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82849" y="5010912"/>
            <a:ext cx="21524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2  Configure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2849" y="5266944"/>
            <a:ext cx="215249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8D4FF"/>
                </a:solidFill>
                <a:latin typeface="Calibri"/>
              </a:rPr>
              <a:t>Set webhook URL, worksheet, field mappings — saved to workbook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26787" y="4919472"/>
            <a:ext cx="2317089" cy="1143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8227" y="5010912"/>
            <a:ext cx="21524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3  Select Marks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8227" y="5266944"/>
            <a:ext cx="215249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8D4FF"/>
                </a:solidFill>
                <a:latin typeface="Calibri"/>
              </a:rPr>
              <a:t>Dashboard viewer selects data points of interest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2164" y="4919472"/>
            <a:ext cx="2317089" cy="1143000"/>
          </a:xfrm>
          <a:prstGeom prst="rect">
            <a:avLst/>
          </a:prstGeom>
          <a:solidFill>
            <a:srgbClr val="065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3604" y="5010912"/>
            <a:ext cx="21524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4  Click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3604" y="5266944"/>
            <a:ext cx="215249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8D4FF"/>
                </a:solidFill>
                <a:latin typeface="Calibri"/>
              </a:rPr>
              <a:t>Structured JSON POSTs to Zapier / Make / Power Automate / etc.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97542" y="4919472"/>
            <a:ext cx="2317089" cy="1143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88982" y="5010912"/>
            <a:ext cx="21524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5  Workflow Runs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8982" y="5266944"/>
            <a:ext cx="215249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8D4FF"/>
                </a:solidFill>
                <a:latin typeface="Calibri"/>
              </a:rPr>
              <a:t>Downstream automation does whatever you need — CRM update, alert, ticket...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647688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A8E0"/>
                </a:solidFill>
                <a:latin typeface="Calibri"/>
              </a:rPr>
              <a:t>Working prototype · Tested on Tableau Cloud · github.com/bhartSF/tableau-webhook-bridge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5752" y="66476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0A8E0"/>
                </a:solidFill>
                <a:latin typeface="Calibri"/>
              </a:rPr>
              <a:t>Ben Hart · Salesforce 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